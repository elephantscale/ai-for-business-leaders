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module is the one technical audiences most want to skip and most need. Say early that adoption failures cost more than technology failures, because you pay for both.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Ask the room which of these five they think is dominant in their organization. It's usually 3 and 4, and neither is fixed by a newsletter.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Ask people to think of a real name for each category in their own organization. It makes the rest of the module concrete rather than theoretical.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last bullet matters. Amnesty plus a genuinely usable alternative works. Amnesty alone teaches people the policy is decorative.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highest-leverage slide in the module. In an engineering culture the skeptics carry the room's real authority; win them and adoption follows.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argues strongly for AI inside existing productivity tools over standalone assistants — a point that also shapes tooling decisions in Module 8.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Ask the room who has said sentence three. Most hands go up. Then ask what higher-value work they named. Usually nothing specific — and the audience heard that.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fourth point is the one that is honest and rarely said. In organizations that grow their own experts over decades, this is a strategic issue, not an HR one. Let the room discuss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evaluation commitment is the one people care about most and leaders think about least. If AI-generated metrics could ever feed a performance conversation, say so now, or the trust cost lands later at ten times the price.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last point saves real money. Vendors are happy to remain necessary.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connects to Module 7. A policy nobody can follow generates risk</a:t>
            </a:r>
            <a:r>
              <a:rPr i="1"/>
              <a:t> and</a:t>
            </a:r>
            <a:r>
              <a:t> prevents you from seeing it.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slide changes minds. Most organizations have never examined the actual incentive and are surprised when they do.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last one is not decoration. Adoption tracks visible leadership use more closely than any other single factor. Say to the room: your people will do what you do, not what you announce.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standard rule of thumb: people need to hear a change message many times before it registers. Leaders typically say it twice and consider it communicated.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Role cards and facilitator script:</a:t>
            </a:r>
            <a:r>
              <a:rPr>
                <a:latin typeface="Courier New"/>
              </a:rPr>
              <a:t> exercises/06-resistance-role-play.md</a:t>
            </a:r>
            <a:r>
              <a:t> . The energy in this exercise is high; keep it moving and protect the debrief time.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"we'll look into it" rule is what makes this exercise work. Enforce it visibly the first time it happens, and the quality jumps.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Collect the best sentences on the board. The room's own language beats anything on a slide, and it gives them something to take back verbatim.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Jobs Conversation</a:t>
            </a:r>
          </a:p>
          <a:p>
            <a:r>
              <a:t>Skills, Safety, and Incentives</a:t>
            </a:r>
          </a:p>
          <a:p>
            <a:r>
              <a:t>Exercise 6 — The Resistance Role Play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Building an AI-Ready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Binding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can buy the tools. You can hire the skills. You can write the policy.</a:t>
            </a:r>
          </a:p>
          <a:p>
            <a:r>
              <a:t> You cannot make people use it.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4987131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Every AI initiative eventually runs into the same wall: a person who has to change how they work, and hasn't been given a reason they believe.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Is Not a Communications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usual response to low adoption: more announcements, more training, a newsletter.</a:t>
            </a:r>
          </a:p>
          <a:p>
            <a:r>
              <a:t> That treats it as an</a:t>
            </a:r>
            <a:r>
              <a:rPr b="1"/>
              <a:t> awareness</a:t>
            </a:r>
            <a:r>
              <a:t> problem. It's almost never an awareness problem.</a:t>
            </a:r>
          </a:p>
          <a:p>
            <a:r>
              <a:t> People who don't adopt usually:</a:t>
            </a:r>
          </a:p>
          <a:p>
            <a:r>
              <a:t> Don't believe it works — often because they tried it badly once</a:t>
            </a:r>
          </a:p>
          <a:p>
            <a:r>
              <a:t> Don't believe it's safe for them to use</a:t>
            </a:r>
          </a:p>
          <a:p>
            <a:r>
              <a:t> Aren't rewarded for using it, and are punished if it goes wrong</a:t>
            </a:r>
          </a:p>
          <a:p>
            <a:r>
              <a:t> Have a rational fear about what it means for their job</a:t>
            </a:r>
          </a:p>
          <a:p>
            <a:r>
              <a:t> Were never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Reactions You Will 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The enthusiast</a:t>
            </a:r>
            <a:r>
              <a:t> — already using it, possibly on a personal account, possibly against policy.</a:t>
            </a:r>
            <a:r>
              <a:rPr i="1"/>
              <a:t> Your greatest asset and your biggest unmanaged risk.</a:t>
            </a:r>
          </a:p>
          <a:p>
            <a:r>
              <a:rPr b="1"/>
              <a:t> The indifferent</a:t>
            </a:r>
            <a:r>
              <a:t> — hasn't thought about it, will use whatever is put in front of them.</a:t>
            </a:r>
            <a:r>
              <a:rPr i="1"/>
              <a:t> The majority. Moved by defaults, not by persuasion.</a:t>
            </a:r>
          </a:p>
          <a:p>
            <a:r>
              <a:rPr b="1"/>
              <a:t> The fearful</a:t>
            </a:r>
            <a:r>
              <a:t> — sees a threat to their job, their expertise, or their standards.</a:t>
            </a:r>
            <a:r>
              <a:rPr i="1"/>
              <a:t> Often your most experienced people. Their concerns are frequently correct.</a:t>
            </a:r>
          </a:p>
          <a:p>
            <a:r>
              <a:rPr b="1"/>
              <a:t> The quiet saboteur</a:t>
            </a:r>
            <a:r>
              <a:t> — agrees in the meeting, doesn't change anything.</a:t>
            </a:r>
            <a:r>
              <a:rPr i="1"/>
              <a:t> Invisible in surveys, fatal to rollouts.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Enthusiast: Harness, Don't Punish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They are already doing the work — finding what it's good at, hitting the limits, building prompts that work.</a:t>
            </a:r>
          </a:p>
          <a:p>
            <a:r>
              <a:rPr b="1"/>
              <a:t> The mistake:</a:t>
            </a:r>
            <a:r>
              <a:t> discovering they used an unapproved tool and responding with discipline. You will get compliance and lose the only real signal you had.</a:t>
            </a:r>
          </a:p>
          <a:p>
            <a:r>
              <a:rPr b="1"/>
              <a:t> The move:</a:t>
            </a:r>
          </a:p>
          <a:p>
            <a:r>
              <a:t> Give them a sanctioned tool that is at least as good</a:t>
            </a:r>
          </a:p>
          <a:p>
            <a:r>
              <a:t> Give them a legitimate role — champion, pilot user, reviewer</a:t>
            </a:r>
          </a:p>
          <a:p>
            <a:r>
              <a:t> Have them present what they've learned, including what failed</a:t>
            </a:r>
          </a:p>
          <a:p>
            <a:r>
              <a:t> Make it clear the shadow behavior stops</a:t>
            </a:r>
            <a:r>
              <a:rPr i="1"/>
              <a:t> because there is now a real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Fearful: Take Them Seriously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Their objections are usually specific and usually right:</a:t>
            </a:r>
          </a:p>
          <a:p>
            <a:r>
              <a:rPr i="1"/>
              <a:t> "It gets our standards wrong"</a:t>
            </a:r>
            <a:r>
              <a:t> — it does, out of the box</a:t>
            </a:r>
          </a:p>
          <a:p>
            <a:r>
              <a:rPr i="1"/>
              <a:t> "People will stop learning how to do this properly"</a:t>
            </a:r>
            <a:r>
              <a:t> — a real risk</a:t>
            </a:r>
          </a:p>
          <a:p>
            <a:r>
              <a:rPr i="1"/>
              <a:t> "It'll be used to justify cutting the review step"</a:t>
            </a:r>
            <a:r>
              <a:t> — sometimes exactly the plan</a:t>
            </a:r>
          </a:p>
          <a:p>
            <a:r>
              <a:rPr i="1"/>
              <a:t> "I'll be blamed when it's wrong"</a:t>
            </a:r>
            <a:r>
              <a:t> — the accountability question, unanswered</a:t>
            </a:r>
          </a:p>
          <a:p>
            <a:r>
              <a:rPr b="1"/>
              <a:t> Do not reassure. Answer.</a:t>
            </a:r>
            <a:r>
              <a:t> Every one of these has a design response — grounding, review requirements, explicit accountability. Yesterday's Module 3 was that answer.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2663" y="6059046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experienced skeptic who is taken seriously becomes your most credible advocate. Dismissed, they become the quiet saboteur.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Indifferent Majority: Design the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will not persuade them. You will not need to.</a:t>
            </a:r>
          </a:p>
          <a:p>
            <a:r>
              <a:t> They adopt what is:</a:t>
            </a:r>
          </a:p>
          <a:p>
            <a:r>
              <a:rPr b="1"/>
              <a:t> Already there</a:t>
            </a:r>
            <a:r>
              <a:t> — in the tool they already open, not a new site to log into</a:t>
            </a:r>
          </a:p>
          <a:p>
            <a:r>
              <a:rPr b="1"/>
              <a:t> Faster than what they do now</a:t>
            </a:r>
            <a:r>
              <a:t> — actually faster, measured, not claimed</a:t>
            </a:r>
          </a:p>
          <a:p>
            <a:r>
              <a:rPr b="1"/>
              <a:t> Blessed</a:t>
            </a:r>
            <a:r>
              <a:t> — visibly approved, so using it isn't a risk</a:t>
            </a:r>
          </a:p>
          <a:p>
            <a:r>
              <a:rPr b="1"/>
              <a:t> Not extra</a:t>
            </a:r>
            <a:r>
              <a:t> — it replaces a step; it doesn't add one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067778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Most adoption failures are workflow failures. If it lives in a separate browser tab and requires remembering it exists, it will be used for two weeks.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rPr b="1"/>
              <a:t>The Jobs Conversation
</a:t>
            </a:r>
            <a:r>
              <a:t>Skills, Safety, and Incentives
Exercise 6 — The Resistance Role Play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The Jobs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Have It. Directly.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Your people are already having this conversation. Without you, it happens in the corridor and it is worse than the truth.</a:t>
            </a:r>
          </a:p>
          <a:p>
            <a:r>
              <a:rPr b="1"/>
              <a:t> What not to say:</a:t>
            </a:r>
          </a:p>
          <a:p>
            <a:r>
              <a:rPr i="1"/>
              <a:t> "Nobody's job is going away"</a:t>
            </a:r>
            <a:r>
              <a:t> — if you can't guarantee it, don't say it</a:t>
            </a:r>
          </a:p>
          <a:p>
            <a:r>
              <a:rPr i="1"/>
              <a:t> "It's just a tool"</a:t>
            </a:r>
            <a:r>
              <a:t> — dismissive, and they can see it's more than that</a:t>
            </a:r>
          </a:p>
          <a:p>
            <a:r>
              <a:rPr i="1"/>
              <a:t> "This will free you up for higher-value work"</a:t>
            </a:r>
            <a:r>
              <a:t> — meaningless unless you name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Actually True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Tasks change faster than jobs.</a:t>
            </a:r>
            <a:r>
              <a:t> The work that changes first is the part people already describe as drudgery.</a:t>
            </a:r>
          </a:p>
          <a:p>
            <a:r>
              <a:rPr b="1"/>
              <a:t> Judgment, accountability, and relationships don't automate.</a:t>
            </a:r>
            <a:r>
              <a:t> In a specialized organization, that's most of what senior people actually do.</a:t>
            </a:r>
          </a:p>
          <a:p>
            <a:r>
              <a:rPr b="1"/>
              <a:t> Experience becomes more valuable, not less.</a:t>
            </a:r>
            <a:r>
              <a:t> Someone has to know when the output is wrong. That's your veterans.</a:t>
            </a:r>
          </a:p>
          <a:p>
            <a:r>
              <a:rPr b="1"/>
              <a:t> The uncomfortable part:</a:t>
            </a:r>
            <a:r>
              <a:t> the ladder gets harder to climb. Junior work is often exactly what AI does well, and junior work is how people learn to be senior.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Leaders Owe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Honesty about what you know and don't</a:t>
            </a:r>
          </a:p>
          <a:p>
            <a:r>
              <a:rPr b="1"/>
              <a:t> A named place to go</a:t>
            </a:r>
            <a:r>
              <a:t> with concerns that isn't their line manager</a:t>
            </a:r>
          </a:p>
          <a:p>
            <a:r>
              <a:rPr b="1"/>
              <a:t> Training that is real</a:t>
            </a:r>
            <a:r>
              <a:t> — time, not a link in an email</a:t>
            </a:r>
          </a:p>
          <a:p>
            <a:r>
              <a:rPr b="1"/>
              <a:t> A commitment about how it will be used</a:t>
            </a:r>
            <a:r>
              <a:t> — specifically, that it will not be used to evaluate individuals unless you say so in advance</a:t>
            </a:r>
          </a:p>
          <a:p>
            <a:r>
              <a:rPr b="1"/>
              <a:t> The right to say "this is wrong"</a:t>
            </a:r>
            <a:r>
              <a:t> without it being a career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Jobs Conversation
</a:t>
            </a:r>
            <a:r>
              <a:rPr b="1"/>
              <a:t>Skills, Safety, and Incentives
</a:t>
            </a:r>
            <a:r>
              <a:t>Exercise 6 — The Resistance Role Play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Skills, Safety, and Incentives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Hire, Train, and Partner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Train, broadly</a:t>
            </a:r>
            <a:r>
              <a:t> — prompting and AI literacy for everyone who does knowledge work. Days, not months. This is the highest-return training spend available right now.</a:t>
            </a:r>
          </a:p>
          <a:p>
            <a:r>
              <a:rPr b="1"/>
              <a:t> Train, deeply</a:t>
            </a:r>
            <a:r>
              <a:t> — a small group who can configure assistants, evaluate outputs, and run the tooling. No programming required for a surprising amount of this.</a:t>
            </a:r>
          </a:p>
          <a:p>
            <a:r>
              <a:rPr b="1"/>
              <a:t> Hire</a:t>
            </a:r>
            <a:r>
              <a:t> — only where you need sustained engineering: integration, deployment, production operation.</a:t>
            </a:r>
          </a:p>
          <a:p>
            <a:r>
              <a:rPr b="1"/>
              <a:t> Partner</a:t>
            </a:r>
            <a:r>
              <a:t> — for the first build, explicitly to transfer capability. Write the knowledge transfer into the contract, or you will rent the capability forever.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Experimentation Safe — Or Get Shadow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If there is no sanctioned way to use AI, people use unsanctioned ways. That is not a discipline problem; it is a</a:t>
            </a:r>
            <a:r>
              <a:rPr b="1"/>
              <a:t> product</a:t>
            </a:r>
            <a:r>
              <a:t> problem, and you own the product.</a:t>
            </a:r>
          </a:p>
          <a:p>
            <a:r>
              <a:t> The alternative to shadow AI is not a stricter policy. It is:</a:t>
            </a:r>
          </a:p>
          <a:p>
            <a:r>
              <a:t> A</a:t>
            </a:r>
            <a:r>
              <a:rPr b="1"/>
              <a:t> sanctioned tool</a:t>
            </a:r>
            <a:r>
              <a:t> that is genuinely good enough</a:t>
            </a:r>
          </a:p>
          <a:p>
            <a:r>
              <a:t> A</a:t>
            </a:r>
            <a:r>
              <a:rPr b="1"/>
              <a:t> sandbox</a:t>
            </a:r>
            <a:r>
              <a:t> with clearly non-sensitive material where anything goes</a:t>
            </a:r>
          </a:p>
          <a:p>
            <a:r>
              <a:rPr b="1"/>
              <a:t> Clear lines</a:t>
            </a:r>
            <a:r>
              <a:t> — what may be entered where, in plain language, on one page</a:t>
            </a:r>
          </a:p>
          <a:p>
            <a:r>
              <a:rPr b="1"/>
              <a:t> A fast path to ask</a:t>
            </a:r>
            <a:r>
              <a:t> — "can I use it for this?" answered in days, not quarters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ban you cannot enforce produces the same usage with none of the visibility.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Incentives: Reward the Person Who Automates Their Own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behavior you need is someone saying:</a:t>
            </a:r>
            <a:r>
              <a:rPr i="1"/>
              <a:t> "I found a way to do this in ten minutes</a:t>
            </a:r>
          </a:p>
          <a:p>
            <a:r>
              <a:t> Ask what happens to that person today. Honestly:</a:t>
            </a:r>
          </a:p>
          <a:p>
            <a:r>
              <a:t> Do they get recognized — or given more work at the same pay?</a:t>
            </a:r>
          </a:p>
          <a:p>
            <a:r>
              <a:t> Does their team's headcount get cut?</a:t>
            </a:r>
          </a:p>
          <a:p>
            <a:r>
              <a:t> Does anyone ever hear about it?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5749131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the reward for finding an efficiency is more work and no credit, you have priced the behavior out. People are responding rationally.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Cheap Things That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 regular show-and-tell</a:t>
            </a:r>
            <a:r>
              <a:t> — fifteen minutes, someone demonstrates something real, including what didn't work</a:t>
            </a:r>
          </a:p>
          <a:p>
            <a:r>
              <a:rPr b="1"/>
              <a:t> A shared prompt library</a:t>
            </a:r>
            <a:r>
              <a:t> — the organization's accumulated know-how, one page, editable</a:t>
            </a:r>
          </a:p>
          <a:p>
            <a:r>
              <a:rPr b="1"/>
              <a:t> Public recognition</a:t>
            </a:r>
            <a:r>
              <a:t> for people who share, not just people who build</a:t>
            </a:r>
          </a:p>
          <a:p>
            <a:r>
              <a:rPr b="1"/>
              <a:t> Time</a:t>
            </a:r>
            <a:r>
              <a:t> — a sanctioned hour a week to try things beats any amount of exhortation</a:t>
            </a:r>
          </a:p>
          <a:p>
            <a:r>
              <a:rPr b="1"/>
              <a:t> Leaders using it visibly</a:t>
            </a:r>
            <a:r>
              <a:t> — and saying where it failed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Leaders Must Say, Repeatedly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Six messages, in your own words, over and over:</a:t>
            </a:r>
          </a:p>
          <a:p>
            <a:r>
              <a:rPr b="1"/>
              <a:t> Why</a:t>
            </a:r>
            <a:r>
              <a:t> we're doing this — tied to a business objective, not to "the future"</a:t>
            </a:r>
          </a:p>
          <a:p>
            <a:r>
              <a:rPr b="1"/>
              <a:t> What's in scope and what isn't</a:t>
            </a:r>
            <a:r>
              <a:t> — including where we will not use it</a:t>
            </a:r>
          </a:p>
          <a:p>
            <a:r>
              <a:rPr b="1"/>
              <a:t> What we're protecting</a:t>
            </a:r>
            <a:r>
              <a:t> — standards, quality, safety, and how</a:t>
            </a:r>
          </a:p>
          <a:p>
            <a:r>
              <a:rPr b="1"/>
              <a:t> What we don't know yet</a:t>
            </a:r>
            <a:r>
              <a:t> — and when we'll know</a:t>
            </a:r>
          </a:p>
          <a:p>
            <a:r>
              <a:rPr b="1"/>
              <a:t> What we expect of you</a:t>
            </a:r>
            <a:r>
              <a:t> — specifically, this quarter</a:t>
            </a:r>
          </a:p>
          <a:p>
            <a:r>
              <a:rPr b="1"/>
              <a:t> What you can expect from us</a:t>
            </a:r>
            <a:r>
              <a:t> — training, tools, the right to object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282531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Say it more times than feels necessary. You will be sick of it long before your organization has heard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Jobs Conversation
Skills, Safety, and Incentives
</a:t>
            </a:r>
            <a:r>
              <a:rPr b="1"/>
              <a:t>Exercise 6 — The Resistance Role Play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pPr>
              <a:defRPr sz="2000"/>
            </a:pPr>
            <a:r>
              <a:rPr sz="4200" b="1" i="0">
                <a:latin typeface="Times New Roman"/>
              </a:rPr>
              <a:t>Exercise 6 — The Resistance Role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6 — The Resistance Role 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Format:</a:t>
            </a:r>
            <a:r>
              <a:t> groups of 4–5, 40 minutes. This one is on your feet.</a:t>
            </a:r>
          </a:p>
          <a:p>
            <a:r>
              <a:t> One person plays</a:t>
            </a:r>
            <a:r>
              <a:rPr b="1"/>
              <a:t> the leader</a:t>
            </a:r>
            <a:r>
              <a:t> , announcing the quick win from yesterday's portfolio to their team. The others play:</a:t>
            </a:r>
          </a:p>
          <a:p>
            <a:r>
              <a:rPr b="1"/>
              <a:t> The senior expert</a:t>
            </a:r>
            <a:r>
              <a:t> — thirty years' experience, thinks it will erode standards</a:t>
            </a:r>
          </a:p>
          <a:p>
            <a:r>
              <a:rPr b="1"/>
              <a:t> The anxious analyst</a:t>
            </a:r>
            <a:r>
              <a:t> — believes this is about headcount</a:t>
            </a:r>
          </a:p>
          <a:p>
            <a:r>
              <a:rPr b="1"/>
              <a:t> The enthusiast</a:t>
            </a:r>
            <a:r>
              <a:t> — already using it, wants to go much further and faster</a:t>
            </a:r>
          </a:p>
          <a:p>
            <a:r>
              <a:rPr b="1"/>
              <a:t> The compliance officer</a:t>
            </a:r>
            <a:r>
              <a:t> — wants to know who is accountable when it's wrong</a:t>
            </a:r>
          </a:p>
          <a:p>
            <a:r>
              <a:rPr b="1"/>
              <a:t> Rotate</a:t>
            </a:r>
            <a:r>
              <a:t> so everyone takes the leader chair at least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6 — Rules of the Role 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Play it straight.</a:t>
            </a:r>
            <a:r>
              <a:t> No cartoon villains. The objections are real ones.</a:t>
            </a:r>
          </a:p>
          <a:p>
            <a:r>
              <a:rPr b="1"/>
              <a:t> The leader may not promise anything they couldn't actually deliver.</a:t>
            </a:r>
          </a:p>
          <a:p>
            <a:r>
              <a:rPr b="1"/>
              <a:t> "We'll look into it" ends your turn.</a:t>
            </a:r>
            <a:r>
              <a:t> Rotate immediately.</a:t>
            </a:r>
          </a:p>
          <a:p>
            <a:r>
              <a:rPr b="1"/>
              <a:t> Observers note the sentence that worked</a:t>
            </a:r>
            <a:r>
              <a:t> — you'll need it in the debrief.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6 — Deliverable and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Deliverable — a communication playbook:</a:t>
            </a:r>
            <a:r>
              <a:t> for each of the four reactions, the honest answer you would actually give. Written down, in your own words.</a:t>
            </a:r>
          </a:p>
          <a:p>
            <a:r>
              <a:rPr b="1"/>
              <a:t> Debrief:</a:t>
            </a:r>
          </a:p>
          <a:p>
            <a:r>
              <a:t> Which objection was hardest, and did anyone answer it well?</a:t>
            </a:r>
          </a:p>
          <a:p>
            <a:r>
              <a:t> What sentence worked? What sentence made things worse?</a:t>
            </a:r>
          </a:p>
          <a:p>
            <a:r>
              <a:t> Who found themselves promising something they couldn't deliver?</a:t>
            </a:r>
          </a:p>
          <a:p>
            <a:r>
              <a:t> What did the compliance officer ask that you couldn't answer?</a:t>
            </a:r>
            <a:r>
              <a:rPr i="1"/>
              <a:t> (That's Module 7.)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—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Adoption is the binding constraint, and it is not a communications problem</a:t>
            </a:r>
          </a:p>
          <a:p>
            <a:r>
              <a:t> Four reactions: harness the enthusiast,</a:t>
            </a:r>
            <a:r>
              <a:rPr b="1"/>
              <a:t> answer</a:t>
            </a:r>
            <a:r>
              <a:t> the fearful, design defaults for the indifferent, surface the saboteur</a:t>
            </a:r>
          </a:p>
          <a:p>
            <a:r>
              <a:t> Have the jobs conversation directly, and don't promise what you can't guarantee</a:t>
            </a:r>
          </a:p>
          <a:p>
            <a:r>
              <a:t> Shadow AI is a product failure, not a discipline failure — sanction something good</a:t>
            </a:r>
          </a:p>
          <a:p>
            <a:r>
              <a:t> Check the incentive: what actually happens to the person who automates their own task?</a:t>
            </a:r>
          </a:p>
          <a:p>
            <a:r>
              <a:t> Leaders using it visibly beats every other adoption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378293</TotalTime>
  <Words>2629</Words>
  <Application>Microsoft Macintosh PowerPoint</Application>
  <PresentationFormat>Custom</PresentationFormat>
  <Paragraphs>170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Building an AI-Ready Culture</vt:lpstr>
      <vt:lpstr>The Binding Constraint</vt:lpstr>
      <vt:lpstr>Adoption Is Not a Communications Problem</vt:lpstr>
      <vt:lpstr>The Four Reactions You Will Get</vt:lpstr>
      <vt:lpstr>The Enthusiast: Harness, Don't Punish</vt:lpstr>
      <vt:lpstr>The Fearful: Take Them Seriously</vt:lpstr>
      <vt:lpstr>The Indifferent Majority: Design the Default</vt:lpstr>
      <vt:lpstr>The Jobs Conversation</vt:lpstr>
      <vt:lpstr>Have It. Directly.</vt:lpstr>
      <vt:lpstr>What Is Actually True</vt:lpstr>
      <vt:lpstr>What Leaders Owe People</vt:lpstr>
      <vt:lpstr>Skills, Safety, and Incentives</vt:lpstr>
      <vt:lpstr>What to Hire, Train, and Partner For</vt:lpstr>
      <vt:lpstr>Make Experimentation Safe — Or Get Shadow AI</vt:lpstr>
      <vt:lpstr>Incentives: Reward the Person Who Automates Their Own Job</vt:lpstr>
      <vt:lpstr>Cheap Things That Work</vt:lpstr>
      <vt:lpstr>What Leaders Must Say, Repeatedly</vt:lpstr>
      <vt:lpstr>Exercise 6 — The Resistance Role Play</vt:lpstr>
      <vt:lpstr>Exercise 6 — The Resistance Role Play</vt:lpstr>
      <vt:lpstr>Exercise 6 — Rules of the Role Play</vt:lpstr>
      <vt:lpstr>Exercise 6 — Deliverable and Debrief</vt:lpstr>
      <vt:lpstr>Module 6 — Takeaways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2026-09-23T02:46:37Z</dcterms:modified>
</cp:coreProperties>
</file>